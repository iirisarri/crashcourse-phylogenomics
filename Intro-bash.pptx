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62" r:id="rId3"/>
    <p:sldId id="257" r:id="rId4"/>
    <p:sldId id="258" r:id="rId5"/>
    <p:sldId id="263" r:id="rId6"/>
    <p:sldId id="259" r:id="rId7"/>
    <p:sldId id="260" r:id="rId8"/>
    <p:sldId id="261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27"/>
    <p:restoredTop sz="94688"/>
  </p:normalViewPr>
  <p:slideViewPr>
    <p:cSldViewPr snapToGrid="0">
      <p:cViewPr varScale="1">
        <p:scale>
          <a:sx n="116" d="100"/>
          <a:sy n="116" d="100"/>
        </p:scale>
        <p:origin x="28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D85B35-3304-8D4B-A9BE-AF71B3C08765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BC7BA2-E469-CD4A-8631-48EFDB662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4646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path is a list of directory names separated by slashes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BC7BA2-E469-CD4A-8631-48EFDB6620E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0049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41BDE-D5A7-95E5-BB0A-0457CD184B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4E9AEB-CE97-03CA-5480-56C256DB98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7B91EF-6C5D-12AB-6AD5-1B5F9AD56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DAB1D-5DC7-044F-BA38-923AC7B3A8AF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A56DFA-E72F-B161-BA4B-0EB6C9474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92AA2-846E-4B6D-37D8-23539B8A1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2F8E2-A04E-FF4D-8AEE-DFBB9832B7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726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7027D-A334-005E-B2E7-EF4E5E1BE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E293AB-FE7E-6CEA-57FC-125D8447D2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152619-BA77-3BE1-6C2A-FFCC5F8DB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DAB1D-5DC7-044F-BA38-923AC7B3A8AF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C76DD0-2951-3639-EEB9-0FCB94114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71170C-9DCB-CA6E-C914-428EB5810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2F8E2-A04E-FF4D-8AEE-DFBB9832B7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3042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DDBAA-7A9A-3058-85C5-5C42C7F35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EA9411-4554-76ED-03C2-4313DD6D11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46DD67-0494-9F51-7A99-6B093ABE4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DAB1D-5DC7-044F-BA38-923AC7B3A8AF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5F6CA-48A8-E03E-3EE7-1C7807894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E3DB2F-E345-B003-0A1A-6A72173C5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2F8E2-A04E-FF4D-8AEE-DFBB9832B7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228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D32FB-7038-C25E-E727-17BF1734B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2C6593-99E0-C924-06DA-C3DE7977CA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E09DA0-EAD0-ECD0-6249-8DF67357E2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DCB25A-E0B9-67CC-7B72-ED770B782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DAB1D-5DC7-044F-BA38-923AC7B3A8AF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080966-FA2F-01EC-F750-80DF18E91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84B921-EF1B-C9BA-C732-0B2AAAC06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2F8E2-A04E-FF4D-8AEE-DFBB9832B7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5621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300B6-DE57-2A2E-77ED-825456C91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B09746-3820-D5B9-558D-B49AAE2BC4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E526F9-7172-9D66-97BD-A5307A062B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A2C4A7-461B-E543-38C5-DE1C82204B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E919E6-0D79-1034-0024-5852B40FA6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C9605B-4885-AB1D-5C93-E5426CF52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DAB1D-5DC7-044F-BA38-923AC7B3A8AF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E9CF6C-8E92-6C8E-0443-5BD1679CA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8F0906-8D6E-FDAE-EEF5-44A6BC25B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2F8E2-A04E-FF4D-8AEE-DFBB9832B7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357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44900-9559-DD73-972E-CE1944D4C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BD38A2-BE2D-19DE-608A-6D0CEA1A6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DAB1D-5DC7-044F-BA38-923AC7B3A8AF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4BF863-C691-6411-2841-2DECBB7A1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3F8E46-0371-27FA-20EE-A2618C5F1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2F8E2-A04E-FF4D-8AEE-DFBB9832B7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656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0E6CF1-47E7-D03F-2493-DB1173A77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DAB1D-5DC7-044F-BA38-923AC7B3A8AF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7A5738-F53F-DD65-8BD6-3C0CB799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5A9914-CDDC-2941-B81A-D3317AFDB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2F8E2-A04E-FF4D-8AEE-DFBB9832B7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047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72B89-C2A5-3FD2-4179-05428FE9D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2BA79-63DB-743B-86F0-8638AB740E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A4002C-81DE-082F-1069-6239A2C1E8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87603F-EDFB-E484-49E7-E7E644B74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DAB1D-5DC7-044F-BA38-923AC7B3A8AF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1D5B86-2DA5-DD50-AAF6-444747CC2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8F727C-7CC4-F54C-F002-ED99D5869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2F8E2-A04E-FF4D-8AEE-DFBB9832B7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1277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9C282-F70C-00EF-7DDB-015F12218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F9206B-67E6-EA64-A7D3-DD7DC0D42C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A863D4-7546-7773-4DE4-7D3987EA1A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A07E6A-CFDE-E476-10B4-6FC0DB9C2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DAB1D-5DC7-044F-BA38-923AC7B3A8AF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2B765A-38E2-FF9B-98D5-121C5C6CB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D67CA1-FCAE-D9A5-D56D-A1CE4EDE4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2F8E2-A04E-FF4D-8AEE-DFBB9832B7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00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3B1B3-1D38-9D9A-0C45-6D15E2B01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80A608-A778-C570-1B64-82921D3012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CE5302-F085-4DD6-51BC-8A7CED44A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DAB1D-5DC7-044F-BA38-923AC7B3A8AF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3F1D96-F1BF-D960-66FD-F0EDA6E21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FBC01B-983A-F906-A74E-1D5BC2B8D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2F8E2-A04E-FF4D-8AEE-DFBB9832B7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546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AEF2CE-664F-6026-D6EE-9E30448BED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5AA2F1-27ED-B9AA-6DAB-3D1C2F9E9C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47E42E-C2FB-78AD-1BAA-DF1657D3C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DAB1D-5DC7-044F-BA38-923AC7B3A8AF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E8D7FE-D099-B79F-EDD2-B49A1076D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6DA3A8-E2FC-3994-3C71-5ED0A197F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2F8E2-A04E-FF4D-8AEE-DFBB9832B7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823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8617F0-D5CE-5707-7833-131957233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B314E6-8D65-F619-013F-33C8DD8ECA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DE18E4-E3CF-0FB2-CE8A-CEA2ED6C6D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6DAB1D-5DC7-044F-BA38-923AC7B3A8AF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F2AFFC-2025-86EA-90D2-3B768E680F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CBFE70-1A9A-817A-7588-1DDA6B1B7D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A2F8E2-A04E-FF4D-8AEE-DFBB9832B7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57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0B098-9555-FB47-D1DE-28E44FE40E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Intro to Unix/Bash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C742CD-3B53-53E0-34DB-1B47F30CEE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Maria Eleonora Rossi and Iker Irisarri</a:t>
            </a:r>
          </a:p>
        </p:txBody>
      </p:sp>
    </p:spTree>
    <p:extLst>
      <p:ext uri="{BB962C8B-B14F-4D97-AF65-F5344CB8AC3E}">
        <p14:creationId xmlns:p14="http://schemas.microsoft.com/office/powerpoint/2010/main" val="2041508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308228-6C9E-9105-19C3-9E3697CF5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Unix/Linux </a:t>
            </a:r>
            <a:r>
              <a:rPr lang="en-US" dirty="0"/>
              <a:t>is the operating system</a:t>
            </a:r>
          </a:p>
          <a:p>
            <a:r>
              <a:rPr lang="en-US" b="1" dirty="0"/>
              <a:t>Bash</a:t>
            </a:r>
            <a:r>
              <a:rPr lang="en-US" dirty="0"/>
              <a:t> is a specific command-language interpreter (the shell) that runs on Unix-like systems</a:t>
            </a:r>
          </a:p>
          <a:p>
            <a:r>
              <a:rPr lang="en-US" b="1" dirty="0"/>
              <a:t>Bash</a:t>
            </a:r>
            <a:r>
              <a:rPr lang="en-US" dirty="0"/>
              <a:t> is one of the most common shells used in bioinformatics</a:t>
            </a:r>
          </a:p>
        </p:txBody>
      </p:sp>
    </p:spTree>
    <p:extLst>
      <p:ext uri="{BB962C8B-B14F-4D97-AF65-F5344CB8AC3E}">
        <p14:creationId xmlns:p14="http://schemas.microsoft.com/office/powerpoint/2010/main" val="97261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F5969B75-9012-59AF-5AD9-820A5B279BB9}"/>
              </a:ext>
            </a:extLst>
          </p:cNvPr>
          <p:cNvSpPr txBox="1"/>
          <p:nvPr/>
        </p:nvSpPr>
        <p:spPr>
          <a:xfrm>
            <a:off x="1149178" y="3966519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endParaRPr lang="en-US" dirty="0"/>
          </a:p>
        </p:txBody>
      </p:sp>
      <p:pic>
        <p:nvPicPr>
          <p:cNvPr id="13" name="Content Placeholder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099490C-C9A4-2830-6704-6E399E3C28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-552" t="-592" r="25761" b="42574"/>
          <a:stretch>
            <a:fillRect/>
          </a:stretch>
        </p:blipFill>
        <p:spPr>
          <a:xfrm>
            <a:off x="1241543" y="2057400"/>
            <a:ext cx="9531305" cy="3818238"/>
          </a:xfr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4CD84E9-7729-C9B0-22B0-D0B900468F73}"/>
              </a:ext>
            </a:extLst>
          </p:cNvPr>
          <p:cNvSpPr txBox="1"/>
          <p:nvPr/>
        </p:nvSpPr>
        <p:spPr>
          <a:xfrm>
            <a:off x="877330" y="358346"/>
            <a:ext cx="359581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/>
              <a:t>The terminal</a:t>
            </a:r>
          </a:p>
        </p:txBody>
      </p:sp>
    </p:spTree>
    <p:extLst>
      <p:ext uri="{BB962C8B-B14F-4D97-AF65-F5344CB8AC3E}">
        <p14:creationId xmlns:p14="http://schemas.microsoft.com/office/powerpoint/2010/main" val="39370496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B19E7E7-5774-4944-6846-F4CFC412F902}"/>
              </a:ext>
            </a:extLst>
          </p:cNvPr>
          <p:cNvSpPr txBox="1"/>
          <p:nvPr/>
        </p:nvSpPr>
        <p:spPr>
          <a:xfrm>
            <a:off x="877329" y="358346"/>
            <a:ext cx="551111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/>
              <a:t>Navigating the file system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D69C881-2386-DB1E-9074-B54DE24BA1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3903" y="1418334"/>
            <a:ext cx="6143160" cy="4555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7735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53543-7BBD-D15E-85F6-9A52CE71E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A27363F-E0A8-9CEB-4EBA-F1C7C7483576}"/>
              </a:ext>
            </a:extLst>
          </p:cNvPr>
          <p:cNvSpPr txBox="1"/>
          <p:nvPr/>
        </p:nvSpPr>
        <p:spPr>
          <a:xfrm>
            <a:off x="877329" y="358346"/>
            <a:ext cx="551111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/>
              <a:t>Navigating the file system</a:t>
            </a:r>
          </a:p>
        </p:txBody>
      </p:sp>
      <p:pic>
        <p:nvPicPr>
          <p:cNvPr id="3" name="Picture 2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7E77D5D7-73AE-6D63-2C74-91F8D2A2BE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329" y="1686089"/>
            <a:ext cx="4581579" cy="484445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68FFCDE-B675-055E-1BA0-9288D1CE1B5B}"/>
              </a:ext>
            </a:extLst>
          </p:cNvPr>
          <p:cNvSpPr txBox="1"/>
          <p:nvPr/>
        </p:nvSpPr>
        <p:spPr>
          <a:xfrm>
            <a:off x="5817255" y="1351508"/>
            <a:ext cx="6082302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Useful commands to navigate the file system</a:t>
            </a:r>
          </a:p>
          <a:p>
            <a:endParaRPr lang="en-US" sz="2200" dirty="0"/>
          </a:p>
          <a:p>
            <a:r>
              <a:rPr lang="en-US" sz="2200" b="1" dirty="0" err="1"/>
              <a:t>pwd</a:t>
            </a:r>
            <a:r>
              <a:rPr lang="en-US" sz="2200" b="1" dirty="0"/>
              <a:t>  </a:t>
            </a:r>
            <a:r>
              <a:rPr lang="en-US" sz="2200" dirty="0"/>
              <a:t>( print working directory)</a:t>
            </a:r>
          </a:p>
          <a:p>
            <a:r>
              <a:rPr lang="en-US" sz="2200" b="1" dirty="0"/>
              <a:t>ls </a:t>
            </a:r>
            <a:r>
              <a:rPr lang="en-US" sz="2200" dirty="0"/>
              <a:t>(list)</a:t>
            </a:r>
          </a:p>
          <a:p>
            <a:r>
              <a:rPr lang="en-US" sz="2200" b="1" dirty="0"/>
              <a:t>cd  </a:t>
            </a:r>
            <a:r>
              <a:rPr lang="en-US" sz="2200" dirty="0"/>
              <a:t>(change directory)</a:t>
            </a:r>
          </a:p>
          <a:p>
            <a:r>
              <a:rPr lang="en-US" sz="2200" b="1" dirty="0"/>
              <a:t>cd ..  </a:t>
            </a:r>
            <a:r>
              <a:rPr lang="en-US" sz="2200" dirty="0"/>
              <a:t>(change directory moving up)</a:t>
            </a:r>
          </a:p>
          <a:p>
            <a:r>
              <a:rPr lang="en-US" sz="2200" b="1" dirty="0"/>
              <a:t>cd ~ </a:t>
            </a:r>
            <a:r>
              <a:rPr lang="en-US" sz="2200" dirty="0"/>
              <a:t>(change directory and go to home directory)</a:t>
            </a:r>
          </a:p>
          <a:p>
            <a:endParaRPr lang="en-US" sz="2200" dirty="0"/>
          </a:p>
          <a:p>
            <a:r>
              <a:rPr lang="en-US" sz="2200" b="1" dirty="0" err="1"/>
              <a:t>mkdir</a:t>
            </a:r>
            <a:r>
              <a:rPr lang="en-US" sz="2200" b="1" dirty="0"/>
              <a:t>  </a:t>
            </a:r>
            <a:r>
              <a:rPr lang="en-US" sz="2200" dirty="0"/>
              <a:t>&lt;name directory&gt; (make a new directory)</a:t>
            </a:r>
          </a:p>
          <a:p>
            <a:endParaRPr lang="en-US" sz="2200" b="1" dirty="0"/>
          </a:p>
          <a:p>
            <a:r>
              <a:rPr lang="en-US" sz="2200" dirty="0"/>
              <a:t>Example of path:  /Users/Eleonora/Documents/</a:t>
            </a:r>
            <a:r>
              <a:rPr lang="en-US" sz="2200" dirty="0" err="1"/>
              <a:t>data.txt</a:t>
            </a:r>
            <a:r>
              <a:rPr lang="en-US" sz="2200" dirty="0"/>
              <a:t>/</a:t>
            </a:r>
            <a:r>
              <a:rPr lang="en-US" sz="2200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367736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C9298FE-CE8E-1645-7DE3-24575FE11FA2}"/>
              </a:ext>
            </a:extLst>
          </p:cNvPr>
          <p:cNvSpPr txBox="1"/>
          <p:nvPr/>
        </p:nvSpPr>
        <p:spPr>
          <a:xfrm>
            <a:off x="877329" y="358346"/>
            <a:ext cx="551111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/>
              <a:t>Working with files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2BA783-D8B7-2FAF-2061-05F4ADE22A1F}"/>
              </a:ext>
            </a:extLst>
          </p:cNvPr>
          <p:cNvSpPr txBox="1"/>
          <p:nvPr/>
        </p:nvSpPr>
        <p:spPr>
          <a:xfrm>
            <a:off x="877329" y="1569309"/>
            <a:ext cx="999661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Copying files </a:t>
            </a:r>
          </a:p>
          <a:p>
            <a:endParaRPr lang="en-US" sz="2000" dirty="0"/>
          </a:p>
          <a:p>
            <a:r>
              <a:rPr lang="en-US" sz="2000" b="1" dirty="0"/>
              <a:t>cp </a:t>
            </a:r>
            <a:r>
              <a:rPr lang="en-US" sz="2000" dirty="0" err="1"/>
              <a:t>original.txt</a:t>
            </a:r>
            <a:r>
              <a:rPr lang="en-US" sz="2000" dirty="0"/>
              <a:t>. </a:t>
            </a:r>
            <a:r>
              <a:rPr lang="en-US" sz="2000" dirty="0" err="1"/>
              <a:t>duplicate.txt</a:t>
            </a:r>
            <a:endParaRPr lang="en-US" sz="2000" dirty="0"/>
          </a:p>
          <a:p>
            <a:endParaRPr lang="en-US" sz="2000" b="1" dirty="0"/>
          </a:p>
          <a:p>
            <a:r>
              <a:rPr lang="en-US" sz="2000" b="1" dirty="0"/>
              <a:t>cp </a:t>
            </a:r>
            <a:r>
              <a:rPr lang="en-US" sz="2000" dirty="0"/>
              <a:t>&lt;path to file you want to copy/filename&gt; &lt;path where you want to copy </a:t>
            </a:r>
            <a:r>
              <a:rPr lang="en-US" sz="2000"/>
              <a:t>the file&gt;</a:t>
            </a:r>
            <a:endParaRPr lang="en-US" sz="2000" dirty="0"/>
          </a:p>
          <a:p>
            <a:endParaRPr lang="en-US" sz="2000" b="1" dirty="0"/>
          </a:p>
          <a:p>
            <a:r>
              <a:rPr lang="en-US" sz="2000" b="1" dirty="0"/>
              <a:t>cp </a:t>
            </a:r>
            <a:r>
              <a:rPr lang="en-US" sz="2000" dirty="0" err="1"/>
              <a:t>Phylogenomics</a:t>
            </a:r>
            <a:r>
              <a:rPr lang="en-US" sz="2000" dirty="0"/>
              <a:t>/data/</a:t>
            </a:r>
            <a:r>
              <a:rPr lang="en-US" sz="2000" dirty="0" err="1"/>
              <a:t>fasta.txt</a:t>
            </a:r>
            <a:r>
              <a:rPr lang="en-US" sz="2000" dirty="0"/>
              <a:t> /results/</a:t>
            </a:r>
            <a:r>
              <a:rPr lang="en-US" sz="2000" dirty="0" err="1"/>
              <a:t>fasta.txt</a:t>
            </a:r>
            <a:r>
              <a:rPr lang="en-US" sz="2000" dirty="0"/>
              <a:t> </a:t>
            </a:r>
          </a:p>
          <a:p>
            <a:endParaRPr lang="en-US" sz="2000" b="1" dirty="0"/>
          </a:p>
          <a:p>
            <a:r>
              <a:rPr lang="en-US" sz="2000" b="1" dirty="0"/>
              <a:t>cp </a:t>
            </a:r>
            <a:r>
              <a:rPr lang="en-US" sz="2000" dirty="0" err="1"/>
              <a:t>Phylogenomics</a:t>
            </a:r>
            <a:r>
              <a:rPr lang="en-US" sz="2000" dirty="0"/>
              <a:t>/data/</a:t>
            </a:r>
            <a:r>
              <a:rPr lang="en-US" sz="2000" dirty="0" err="1"/>
              <a:t>fasta.txt</a:t>
            </a:r>
            <a:r>
              <a:rPr lang="en-US" sz="2000" dirty="0"/>
              <a:t>  .  </a:t>
            </a:r>
          </a:p>
          <a:p>
            <a:endParaRPr 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50C16F-E6DE-EF8C-4438-F5C8F29CE820}"/>
              </a:ext>
            </a:extLst>
          </p:cNvPr>
          <p:cNvSpPr txBox="1"/>
          <p:nvPr/>
        </p:nvSpPr>
        <p:spPr>
          <a:xfrm>
            <a:off x="877329" y="4679846"/>
            <a:ext cx="73893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Shortcuts</a:t>
            </a:r>
          </a:p>
          <a:p>
            <a:endParaRPr lang="en-US" sz="2000" dirty="0"/>
          </a:p>
          <a:p>
            <a:r>
              <a:rPr lang="en-US" sz="2000" dirty="0"/>
              <a:t>Up arrow key = moves back from your previous command history</a:t>
            </a:r>
          </a:p>
          <a:p>
            <a:r>
              <a:rPr lang="en-US" sz="2000" dirty="0"/>
              <a:t>Tab key = auto-completion button</a:t>
            </a:r>
          </a:p>
        </p:txBody>
      </p:sp>
    </p:spTree>
    <p:extLst>
      <p:ext uri="{BB962C8B-B14F-4D97-AF65-F5344CB8AC3E}">
        <p14:creationId xmlns:p14="http://schemas.microsoft.com/office/powerpoint/2010/main" val="3383715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5FDFB44-042B-6DA9-8FFF-DD1F06CCC07E}"/>
              </a:ext>
            </a:extLst>
          </p:cNvPr>
          <p:cNvSpPr txBox="1"/>
          <p:nvPr/>
        </p:nvSpPr>
        <p:spPr>
          <a:xfrm>
            <a:off x="877329" y="358346"/>
            <a:ext cx="551111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/>
              <a:t>Working with files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28F235-AD4F-C4D2-4B39-3AD48B4BD413}"/>
              </a:ext>
            </a:extLst>
          </p:cNvPr>
          <p:cNvSpPr txBox="1"/>
          <p:nvPr/>
        </p:nvSpPr>
        <p:spPr>
          <a:xfrm>
            <a:off x="877329" y="1297460"/>
            <a:ext cx="9996616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Viewing files</a:t>
            </a:r>
          </a:p>
          <a:p>
            <a:endParaRPr lang="en-US" sz="2000" b="1" dirty="0"/>
          </a:p>
          <a:p>
            <a:r>
              <a:rPr lang="en-US" sz="2000" b="1" dirty="0"/>
              <a:t>less &lt;file-name&gt; </a:t>
            </a:r>
            <a:r>
              <a:rPr lang="en-US" sz="2000" dirty="0"/>
              <a:t>allow to visualize the file , very useful if you need to take a quick look at a huge file</a:t>
            </a:r>
          </a:p>
          <a:p>
            <a:endParaRPr lang="en-US" sz="2000" b="1" dirty="0"/>
          </a:p>
          <a:p>
            <a:r>
              <a:rPr lang="en-US" sz="2000" b="1" dirty="0"/>
              <a:t>head &lt;file-name&gt; </a:t>
            </a:r>
            <a:r>
              <a:rPr lang="en-US" sz="2000" dirty="0"/>
              <a:t>visualize the start of the file, using the –n flag we can specify the number of lines we want to see e.g. head –n </a:t>
            </a:r>
            <a:r>
              <a:rPr lang="en-US" sz="2000" dirty="0" err="1"/>
              <a:t>file.txt</a:t>
            </a:r>
            <a:r>
              <a:rPr lang="en-US" sz="2000" dirty="0"/>
              <a:t>  it will show us the first 10 lines of </a:t>
            </a:r>
            <a:r>
              <a:rPr lang="en-US" sz="2000" dirty="0" err="1"/>
              <a:t>file.txt</a:t>
            </a:r>
            <a:endParaRPr lang="en-US" sz="2000" dirty="0"/>
          </a:p>
          <a:p>
            <a:endParaRPr lang="en-US" sz="2000" b="1" dirty="0"/>
          </a:p>
          <a:p>
            <a:r>
              <a:rPr lang="en-US" sz="2000" b="1" dirty="0"/>
              <a:t>tail &lt;file-name&gt; </a:t>
            </a:r>
            <a:r>
              <a:rPr lang="en-US" sz="2000" dirty="0"/>
              <a:t>visualize the end of the file</a:t>
            </a:r>
            <a:endParaRPr lang="en-US" sz="2000" b="1" dirty="0"/>
          </a:p>
          <a:p>
            <a:endParaRPr lang="en-US" sz="2000" b="1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3440242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F9B99-7F74-8B02-2C4B-64CD77EB0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9414" y="2766219"/>
            <a:ext cx="7393172" cy="1325563"/>
          </a:xfrm>
        </p:spPr>
        <p:txBody>
          <a:bodyPr/>
          <a:lstStyle/>
          <a:p>
            <a:pPr algn="ctr"/>
            <a:r>
              <a:rPr lang="en-US" dirty="0"/>
              <a:t>Let’s start with the practical!!</a:t>
            </a:r>
          </a:p>
        </p:txBody>
      </p:sp>
    </p:spTree>
    <p:extLst>
      <p:ext uri="{BB962C8B-B14F-4D97-AF65-F5344CB8AC3E}">
        <p14:creationId xmlns:p14="http://schemas.microsoft.com/office/powerpoint/2010/main" val="27312680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4C94EAF-C127-DDEA-23BB-7DE23F3F25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2939" y="123867"/>
            <a:ext cx="9740348" cy="6883024"/>
          </a:xfrm>
        </p:spPr>
      </p:pic>
    </p:spTree>
    <p:extLst>
      <p:ext uri="{BB962C8B-B14F-4D97-AF65-F5344CB8AC3E}">
        <p14:creationId xmlns:p14="http://schemas.microsoft.com/office/powerpoint/2010/main" val="6904153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</TotalTime>
  <Words>302</Words>
  <Application>Microsoft Macintosh PowerPoint</Application>
  <PresentationFormat>Widescreen</PresentationFormat>
  <Paragraphs>44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Intro to Unix/Bash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Let’s start with the practical!!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Rossi, Maria Eleonora</dc:creator>
  <cp:lastModifiedBy>Rossi, Maria Eleonora</cp:lastModifiedBy>
  <cp:revision>5</cp:revision>
  <dcterms:created xsi:type="dcterms:W3CDTF">2025-12-08T11:35:20Z</dcterms:created>
  <dcterms:modified xsi:type="dcterms:W3CDTF">2025-12-12T10:50:14Z</dcterms:modified>
</cp:coreProperties>
</file>